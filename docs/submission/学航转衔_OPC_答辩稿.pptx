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2545"/>
                </a:solidFill>
                <a:latin typeface="Microsoft YaHei"/>
              </a:rPr>
              <a:t>学航·转衔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F5F9F"/>
                </a:solidFill>
                <a:latin typeface="Microsoft YaHei"/>
              </a:rPr>
              <a:t>面向转专业学生的学业路径重构原型（固定工具编排，AI 增强待接入）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比赛答辩稿 · 中山大学 Case A（遥感科学与技术 → 网络空间安全，目标学期 2026-1）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92400E"/>
                </a:solidFill>
                <a:latin typeface="Microsoft YaHei"/>
              </a:rPr>
              <a:t>当前为固定工具编排原型：LLM / RAG / GraphRAG 为后续增强方向，尚未接入。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演示数据均为 Mock / Synthetic 并逐项标注；正式 Real E2E 证据等级：LEVEL 0。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⛔ 不代替学校做课程认定，⛔ 不代替学生选课 / 注册。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1. 转专业之后：从零重建一条能毕业的学业路径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转专业学生最难的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不是补几门课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，而是把原专业已修课程与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新专业培养要求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重新对齐。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「缺什么 → 现实里开什么班 → 怎么排得进去 → 哪些必须由人拍板」，目前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全靠学生人工拼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目标用户：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转专业（转衔）学生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、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辅导员 / 教务人员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，以及关注边界与可复核性的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学院负责人 / 评委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本项目产出的是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路径草案与风险清单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：⛔ 不代替学校做课程认定，⛔ 不代替学生选课 / 注册。</a:t>
            </a:r>
          </a:p>
        </p:txBody>
      </p:sp>
      <p:pic>
        <p:nvPicPr>
          <p:cNvPr id="5" name="Picture 4" descr="01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97680" cy="2954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演示数据均为 Mock / Synthetic 并逐项标注｜正式 Real E2E 证据等级：LEVEL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2. 五重不确定性叠加：差异、规则、供给、课表、认定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旧培养方案（原专业）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：已修课程与新专业要求的对应关系分散在条款与文档里，学生难以自查。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新培养方案（目标专业）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：要求逐条存在，但「已满足 / 可能等价 / 待人工确认 / 需要补修」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四种状态互不等同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已修课程记录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：只能推出「可能等价」；课程是否等价、学分差额如何认定属于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学校正式规则与审批范围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课表约束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：即使知道要补什么，还要在一个学期内同时满足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时间、节次、周次、校区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约束。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认定不确定性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：等价、替代、学院特殊政策、培养方案歧义条款的结论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一律留给人工确认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pic>
        <p:nvPicPr>
          <p:cNvPr id="5" name="Picture 4" descr="02_requirement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9768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第 1 区为 Mock 演示数据；⛔「待人工确认」≠「需要补修」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3. 一条可复核的链路：输入 → 评估 → 受限规划 → 候选调整 → 风险与未决 → 人工确认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输入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：目标学期、转专业上下文、当前课表、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结构化偏好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（来自表单，⛔ 无自然语言解析）。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培养要求评估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：Curriculum 逐条产出 MakeupTask（satisfied / possibly_equivalent / manual_confirmation / required）。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受限规划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：已实现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确定性时间检查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、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受限组合可行性检查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、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替代教学班候选评估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；保留已有班，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仅在受限条件下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提出新增 / 候选建议。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候选调整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：changes[] 记录「原教学班 → 调整为 + 原因」；⛔ 不自动换班、⛔ 不自动选课、⛔ 不是全局优化器。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风险与未决 → 人工确认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：risks[] / unresolved[] 如实列出，等价 / 审批 / 政策 / 歧义条款留待人工确认。</a:t>
            </a:r>
          </a:p>
        </p:txBody>
      </p:sp>
      <p:pic>
        <p:nvPicPr>
          <p:cNvPr id="5" name="Picture 4" descr="04_pla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97680" cy="3760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界面为模式 1（Mock 回放）：规划结果为预置样例，未执行本次 Planner 求解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4. IMPLEMENTED NOW 与 AI ENHANCEMENT PLANNED：两条互不混淆的边界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实际执行路径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：前端 Vue → FastAPI → PlanningOrchestrator → CurriculumProvider / StoreBackedCourseDataProvider / RestrictedPlannerProvider → PlanResult。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两种模式分开标注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：模式 1 GET /api/v1/mock/demo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回放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（不运行 Curriculum / Planner）；模式 2 POST /api/v1/plan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执行实际代码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，但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页面基础展示区仍为 Mock 演示数据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输入来源须逐项核验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：教学班为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明确标注的 Synthetic 演示快照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；⛔ 实际代码执行 ≠ 输入数据已获得真实学校来源认证。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AI ENHANCEMENT PLANNED（尚未接入，不在执行路径上）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：LLM / RAG / GraphRAG、自然语言偏好解析——⛔ 不画入任何执行链路，也不承载任何结论。</a:t>
            </a:r>
          </a:p>
        </p:txBody>
      </p:sp>
      <p:pic>
        <p:nvPicPr>
          <p:cNvPr id="5" name="Picture 4" descr="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97680" cy="2417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架构图：蓝色实线＝实际执行代码；虚线＝输入来源；点线＝规划中能力（未接入）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5. 完整的运行链路与诚实的 provenance：证据、限制、下一步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后端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：python -m pytest -o addopts="" -q = 2987 passed /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2 既有 Windows 平台失败（非本次引入，未修未 skip）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 / 2 skipped。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前端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：npm run test = 142 passed / 10 files；npm run typecheck 与 npm run build 均 exit 0。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数据披露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：页面基础展示区为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Mock 演示数据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；教学班 CourseOffering 是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明确标注的 Synthetic 演示快照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（逐区块标注）。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human-in-the-loop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：课程等价、学分差额、替代审批、学院政策与歧义条款一律待人工确认；⛔ 系统不执行选课 / 注册。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仍待完成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：正式 Real E2E =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LEVEL 0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（具备 LEVEL 1 synthetic wiring capability）；⛔ Real LEVEL2 / LEVEL3 未完成；北校园开课查询为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外部系统阻塞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已挂起；LLM / RAG / GraphRAG </a:t>
            </a:r>
            <a:r>
              <a:rPr sz="1500" b="1">
                <a:solidFill>
                  <a:srgbClr val="0B2545"/>
                </a:solidFill>
                <a:latin typeface="Microsoft YaHei"/>
              </a:rPr>
              <a:t>尚未接入</a:t>
            </a:r>
            <a:r>
              <a:rPr sz="1500" b="0">
                <a:solidFill>
                  <a:srgbClr val="475569"/>
                </a:solidFill>
                <a:latin typeface="Microsoft YaHei"/>
              </a:rPr>
              <a:t>。</a:t>
            </a:r>
          </a:p>
        </p:txBody>
      </p:sp>
      <p:pic>
        <p:nvPicPr>
          <p:cNvPr id="5" name="Picture 4" descr="05_risks_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97680" cy="33575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⛔ 不声称全局最优 / 自动调班 / 已接入大模型 / 已连接教务系统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